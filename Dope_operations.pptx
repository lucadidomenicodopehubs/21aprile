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56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0"/>
  </p:normalViewPr>
  <p:slideViewPr>
    <p:cSldViewPr snapToGrid="0">
      <p:cViewPr varScale="1">
        <p:scale>
          <a:sx n="100" d="100"/>
          <a:sy n="10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E5B594-12BA-4B28-B76B-2A47A655D41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9FD6F5-2232-45B9-B3EC-62DC98870C34}">
      <dgm:prSet/>
      <dgm:spPr/>
      <dgm:t>
        <a:bodyPr/>
        <a:lstStyle/>
        <a:p>
          <a:r>
            <a:rPr lang="it-IT"/>
            <a:t>• Fundraising: ricerca di bandi, finanziamenti, partner strategici</a:t>
          </a:r>
          <a:endParaRPr lang="en-US"/>
        </a:p>
      </dgm:t>
    </dgm:pt>
    <dgm:pt modelId="{E312D520-5956-46A9-92C3-3B0C18378FD6}" type="parTrans" cxnId="{46089B80-2FAA-48A4-9D47-07A77C27A807}">
      <dgm:prSet/>
      <dgm:spPr/>
      <dgm:t>
        <a:bodyPr/>
        <a:lstStyle/>
        <a:p>
          <a:endParaRPr lang="en-US"/>
        </a:p>
      </dgm:t>
    </dgm:pt>
    <dgm:pt modelId="{7ACDF621-9067-4FFD-B075-03D3CB68ED19}" type="sibTrans" cxnId="{46089B80-2FAA-48A4-9D47-07A77C27A807}">
      <dgm:prSet/>
      <dgm:spPr/>
      <dgm:t>
        <a:bodyPr/>
        <a:lstStyle/>
        <a:p>
          <a:endParaRPr lang="en-US"/>
        </a:p>
      </dgm:t>
    </dgm:pt>
    <dgm:pt modelId="{10703B75-11B1-4B56-BA14-399F35F6072C}">
      <dgm:prSet/>
      <dgm:spPr/>
      <dgm:t>
        <a:bodyPr/>
        <a:lstStyle/>
        <a:p>
          <a:r>
            <a:rPr lang="it-IT"/>
            <a:t>• Networking: Relazioni con Aziende, Università ed Enti</a:t>
          </a:r>
          <a:br>
            <a:rPr lang="it-IT"/>
          </a:br>
          <a:endParaRPr lang="en-US"/>
        </a:p>
      </dgm:t>
    </dgm:pt>
    <dgm:pt modelId="{BD704D39-6FD3-4517-B92E-AB61282A6953}" type="parTrans" cxnId="{D389A678-DAD4-4714-AE48-46F83C9E4CCC}">
      <dgm:prSet/>
      <dgm:spPr/>
      <dgm:t>
        <a:bodyPr/>
        <a:lstStyle/>
        <a:p>
          <a:endParaRPr lang="en-US"/>
        </a:p>
      </dgm:t>
    </dgm:pt>
    <dgm:pt modelId="{803733AA-7BCE-482B-99F4-9E226303C9A2}" type="sibTrans" cxnId="{D389A678-DAD4-4714-AE48-46F83C9E4CCC}">
      <dgm:prSet/>
      <dgm:spPr/>
      <dgm:t>
        <a:bodyPr/>
        <a:lstStyle/>
        <a:p>
          <a:endParaRPr lang="en-US"/>
        </a:p>
      </dgm:t>
    </dgm:pt>
    <dgm:pt modelId="{9F5B1060-9686-4680-A51B-2FE0B822DB99}">
      <dgm:prSet/>
      <dgm:spPr/>
      <dgm:t>
        <a:bodyPr/>
        <a:lstStyle/>
        <a:p>
          <a:r>
            <a:rPr lang="it-IT"/>
            <a:t>• PMO: Monitoraggio obiettivi </a:t>
          </a:r>
          <a:endParaRPr lang="en-US"/>
        </a:p>
      </dgm:t>
    </dgm:pt>
    <dgm:pt modelId="{497FD135-F1FB-47FD-B58D-741B2B91A767}" type="parTrans" cxnId="{D25B6D76-49DE-4D97-90A2-ACA2E6B1E52A}">
      <dgm:prSet/>
      <dgm:spPr/>
      <dgm:t>
        <a:bodyPr/>
        <a:lstStyle/>
        <a:p>
          <a:endParaRPr lang="en-US"/>
        </a:p>
      </dgm:t>
    </dgm:pt>
    <dgm:pt modelId="{CA45FBD3-3BC5-4DC5-89D3-CAB3788EAF75}" type="sibTrans" cxnId="{D25B6D76-49DE-4D97-90A2-ACA2E6B1E52A}">
      <dgm:prSet/>
      <dgm:spPr/>
      <dgm:t>
        <a:bodyPr/>
        <a:lstStyle/>
        <a:p>
          <a:endParaRPr lang="en-US"/>
        </a:p>
      </dgm:t>
    </dgm:pt>
    <dgm:pt modelId="{D8F6DBAA-9693-9F40-80BB-55BFE1C98749}" type="pres">
      <dgm:prSet presAssocID="{9BE5B594-12BA-4B28-B76B-2A47A655D418}" presName="linear" presStyleCnt="0">
        <dgm:presLayoutVars>
          <dgm:animLvl val="lvl"/>
          <dgm:resizeHandles val="exact"/>
        </dgm:presLayoutVars>
      </dgm:prSet>
      <dgm:spPr/>
    </dgm:pt>
    <dgm:pt modelId="{774341D8-2308-E24B-9947-43662DE30507}" type="pres">
      <dgm:prSet presAssocID="{DB9FD6F5-2232-45B9-B3EC-62DC98870C3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88751B-B327-B748-BCF8-C48490AAE3A9}" type="pres">
      <dgm:prSet presAssocID="{7ACDF621-9067-4FFD-B075-03D3CB68ED19}" presName="spacer" presStyleCnt="0"/>
      <dgm:spPr/>
    </dgm:pt>
    <dgm:pt modelId="{4A1B1D6F-3CF7-1646-98FC-99EF9EDFBE6D}" type="pres">
      <dgm:prSet presAssocID="{10703B75-11B1-4B56-BA14-399F35F6072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5707A2D-1779-BD41-99E4-448198F1128D}" type="pres">
      <dgm:prSet presAssocID="{803733AA-7BCE-482B-99F4-9E226303C9A2}" presName="spacer" presStyleCnt="0"/>
      <dgm:spPr/>
    </dgm:pt>
    <dgm:pt modelId="{6F21909E-C61C-6F41-8657-56200BFD81D8}" type="pres">
      <dgm:prSet presAssocID="{9F5B1060-9686-4680-A51B-2FE0B822DB9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5145C46-E1B1-E045-BC1F-B44FD202B1C2}" type="presOf" srcId="{9BE5B594-12BA-4B28-B76B-2A47A655D418}" destId="{D8F6DBAA-9693-9F40-80BB-55BFE1C98749}" srcOrd="0" destOrd="0" presId="urn:microsoft.com/office/officeart/2005/8/layout/vList2"/>
    <dgm:cxn modelId="{129E5B6B-AF1D-FA4E-BAC7-277EFDE036D9}" type="presOf" srcId="{10703B75-11B1-4B56-BA14-399F35F6072C}" destId="{4A1B1D6F-3CF7-1646-98FC-99EF9EDFBE6D}" srcOrd="0" destOrd="0" presId="urn:microsoft.com/office/officeart/2005/8/layout/vList2"/>
    <dgm:cxn modelId="{D25B6D76-49DE-4D97-90A2-ACA2E6B1E52A}" srcId="{9BE5B594-12BA-4B28-B76B-2A47A655D418}" destId="{9F5B1060-9686-4680-A51B-2FE0B822DB99}" srcOrd="2" destOrd="0" parTransId="{497FD135-F1FB-47FD-B58D-741B2B91A767}" sibTransId="{CA45FBD3-3BC5-4DC5-89D3-CAB3788EAF75}"/>
    <dgm:cxn modelId="{D389A678-DAD4-4714-AE48-46F83C9E4CCC}" srcId="{9BE5B594-12BA-4B28-B76B-2A47A655D418}" destId="{10703B75-11B1-4B56-BA14-399F35F6072C}" srcOrd="1" destOrd="0" parTransId="{BD704D39-6FD3-4517-B92E-AB61282A6953}" sibTransId="{803733AA-7BCE-482B-99F4-9E226303C9A2}"/>
    <dgm:cxn modelId="{46089B80-2FAA-48A4-9D47-07A77C27A807}" srcId="{9BE5B594-12BA-4B28-B76B-2A47A655D418}" destId="{DB9FD6F5-2232-45B9-B3EC-62DC98870C34}" srcOrd="0" destOrd="0" parTransId="{E312D520-5956-46A9-92C3-3B0C18378FD6}" sibTransId="{7ACDF621-9067-4FFD-B075-03D3CB68ED19}"/>
    <dgm:cxn modelId="{B67AD8A0-0C11-764F-9031-4CE493FA6F82}" type="presOf" srcId="{9F5B1060-9686-4680-A51B-2FE0B822DB99}" destId="{6F21909E-C61C-6F41-8657-56200BFD81D8}" srcOrd="0" destOrd="0" presId="urn:microsoft.com/office/officeart/2005/8/layout/vList2"/>
    <dgm:cxn modelId="{814934B9-0BDE-2C42-B639-4C05F6F02A63}" type="presOf" srcId="{DB9FD6F5-2232-45B9-B3EC-62DC98870C34}" destId="{774341D8-2308-E24B-9947-43662DE30507}" srcOrd="0" destOrd="0" presId="urn:microsoft.com/office/officeart/2005/8/layout/vList2"/>
    <dgm:cxn modelId="{D93DECC6-ED64-8C41-9D76-6394086BAE0F}" type="presParOf" srcId="{D8F6DBAA-9693-9F40-80BB-55BFE1C98749}" destId="{774341D8-2308-E24B-9947-43662DE30507}" srcOrd="0" destOrd="0" presId="urn:microsoft.com/office/officeart/2005/8/layout/vList2"/>
    <dgm:cxn modelId="{0920EC12-4E17-FF4F-9A23-FA8A338E0218}" type="presParOf" srcId="{D8F6DBAA-9693-9F40-80BB-55BFE1C98749}" destId="{8488751B-B327-B748-BCF8-C48490AAE3A9}" srcOrd="1" destOrd="0" presId="urn:microsoft.com/office/officeart/2005/8/layout/vList2"/>
    <dgm:cxn modelId="{4950EBD8-22DE-434D-A13F-BED45BCF0F51}" type="presParOf" srcId="{D8F6DBAA-9693-9F40-80BB-55BFE1C98749}" destId="{4A1B1D6F-3CF7-1646-98FC-99EF9EDFBE6D}" srcOrd="2" destOrd="0" presId="urn:microsoft.com/office/officeart/2005/8/layout/vList2"/>
    <dgm:cxn modelId="{757E7C14-A28C-0647-9661-828C3865FE0F}" type="presParOf" srcId="{D8F6DBAA-9693-9F40-80BB-55BFE1C98749}" destId="{95707A2D-1779-BD41-99E4-448198F1128D}" srcOrd="3" destOrd="0" presId="urn:microsoft.com/office/officeart/2005/8/layout/vList2"/>
    <dgm:cxn modelId="{DBEB2084-BE21-4A42-8339-A1478EA59B64}" type="presParOf" srcId="{D8F6DBAA-9693-9F40-80BB-55BFE1C98749}" destId="{6F21909E-C61C-6F41-8657-56200BFD81D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E69BDC-D951-4B17-9370-500214AC81D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F01FF42-A1C9-4040-96B6-5EA27B5FE277}">
      <dgm:prSet/>
      <dgm:spPr/>
      <dgm:t>
        <a:bodyPr/>
        <a:lstStyle/>
        <a:p>
          <a:r>
            <a:rPr lang="it-IT"/>
            <a:t>• Talent Activation: Inserimento volontari e ricercatori nei team</a:t>
          </a:r>
          <a:br>
            <a:rPr lang="it-IT"/>
          </a:br>
          <a:endParaRPr lang="en-US"/>
        </a:p>
      </dgm:t>
    </dgm:pt>
    <dgm:pt modelId="{66AE93F7-FFE9-4DF3-9BC0-0B8DC40DBC63}" type="parTrans" cxnId="{38272662-B234-4B54-A8CB-20D627E2304E}">
      <dgm:prSet/>
      <dgm:spPr/>
      <dgm:t>
        <a:bodyPr/>
        <a:lstStyle/>
        <a:p>
          <a:endParaRPr lang="en-US"/>
        </a:p>
      </dgm:t>
    </dgm:pt>
    <dgm:pt modelId="{1B7B2A4B-85F9-4AF8-9D91-FAB1EF5CE2E2}" type="sibTrans" cxnId="{38272662-B234-4B54-A8CB-20D627E2304E}">
      <dgm:prSet/>
      <dgm:spPr/>
      <dgm:t>
        <a:bodyPr/>
        <a:lstStyle/>
        <a:p>
          <a:endParaRPr lang="en-US"/>
        </a:p>
      </dgm:t>
    </dgm:pt>
    <dgm:pt modelId="{E8BE7B2E-5CE0-4EB2-9690-2C6756E4903D}">
      <dgm:prSet/>
      <dgm:spPr/>
      <dgm:t>
        <a:bodyPr/>
        <a:lstStyle/>
        <a:p>
          <a:r>
            <a:rPr lang="it-IT"/>
            <a:t>• Community Care: promozione interna ed esterna della Cultura associativa</a:t>
          </a:r>
          <a:br>
            <a:rPr lang="it-IT"/>
          </a:br>
          <a:endParaRPr lang="en-US"/>
        </a:p>
      </dgm:t>
    </dgm:pt>
    <dgm:pt modelId="{1E3FED85-2FAF-4DA2-B020-E9ABAF8B6303}" type="parTrans" cxnId="{54F18B88-0DAA-4466-9E6C-039C04064C64}">
      <dgm:prSet/>
      <dgm:spPr/>
      <dgm:t>
        <a:bodyPr/>
        <a:lstStyle/>
        <a:p>
          <a:endParaRPr lang="en-US"/>
        </a:p>
      </dgm:t>
    </dgm:pt>
    <dgm:pt modelId="{71387123-A2B9-41D2-8E6D-00D7DC42E418}" type="sibTrans" cxnId="{54F18B88-0DAA-4466-9E6C-039C04064C64}">
      <dgm:prSet/>
      <dgm:spPr/>
      <dgm:t>
        <a:bodyPr/>
        <a:lstStyle/>
        <a:p>
          <a:endParaRPr lang="en-US"/>
        </a:p>
      </dgm:t>
    </dgm:pt>
    <dgm:pt modelId="{C0001D9A-3A83-C14F-A120-1F4ED51EB029}" type="pres">
      <dgm:prSet presAssocID="{B9E69BDC-D951-4B17-9370-500214AC81D1}" presName="linear" presStyleCnt="0">
        <dgm:presLayoutVars>
          <dgm:animLvl val="lvl"/>
          <dgm:resizeHandles val="exact"/>
        </dgm:presLayoutVars>
      </dgm:prSet>
      <dgm:spPr/>
    </dgm:pt>
    <dgm:pt modelId="{A03CA1ED-44A8-5140-BC9A-265C51647F1E}" type="pres">
      <dgm:prSet presAssocID="{1F01FF42-A1C9-4040-96B6-5EA27B5FE27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5A8898B-66E4-D649-AAF4-84432F29B6C0}" type="pres">
      <dgm:prSet presAssocID="{1B7B2A4B-85F9-4AF8-9D91-FAB1EF5CE2E2}" presName="spacer" presStyleCnt="0"/>
      <dgm:spPr/>
    </dgm:pt>
    <dgm:pt modelId="{86D27624-7DA5-6D45-A48C-178CF059B841}" type="pres">
      <dgm:prSet presAssocID="{E8BE7B2E-5CE0-4EB2-9690-2C6756E4903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A217728-EBA4-1D4A-830A-A015F2F3812A}" type="presOf" srcId="{E8BE7B2E-5CE0-4EB2-9690-2C6756E4903D}" destId="{86D27624-7DA5-6D45-A48C-178CF059B841}" srcOrd="0" destOrd="0" presId="urn:microsoft.com/office/officeart/2005/8/layout/vList2"/>
    <dgm:cxn modelId="{3C8BC75A-1E7F-7F42-9CAB-5069C1E3AB22}" type="presOf" srcId="{B9E69BDC-D951-4B17-9370-500214AC81D1}" destId="{C0001D9A-3A83-C14F-A120-1F4ED51EB029}" srcOrd="0" destOrd="0" presId="urn:microsoft.com/office/officeart/2005/8/layout/vList2"/>
    <dgm:cxn modelId="{38272662-B234-4B54-A8CB-20D627E2304E}" srcId="{B9E69BDC-D951-4B17-9370-500214AC81D1}" destId="{1F01FF42-A1C9-4040-96B6-5EA27B5FE277}" srcOrd="0" destOrd="0" parTransId="{66AE93F7-FFE9-4DF3-9BC0-0B8DC40DBC63}" sibTransId="{1B7B2A4B-85F9-4AF8-9D91-FAB1EF5CE2E2}"/>
    <dgm:cxn modelId="{54F18B88-0DAA-4466-9E6C-039C04064C64}" srcId="{B9E69BDC-D951-4B17-9370-500214AC81D1}" destId="{E8BE7B2E-5CE0-4EB2-9690-2C6756E4903D}" srcOrd="1" destOrd="0" parTransId="{1E3FED85-2FAF-4DA2-B020-E9ABAF8B6303}" sibTransId="{71387123-A2B9-41D2-8E6D-00D7DC42E418}"/>
    <dgm:cxn modelId="{438BF98A-ADF9-CC43-8C45-B19016FEA218}" type="presOf" srcId="{1F01FF42-A1C9-4040-96B6-5EA27B5FE277}" destId="{A03CA1ED-44A8-5140-BC9A-265C51647F1E}" srcOrd="0" destOrd="0" presId="urn:microsoft.com/office/officeart/2005/8/layout/vList2"/>
    <dgm:cxn modelId="{8C4B3399-4B67-C946-89ED-2BFBEDE5B168}" type="presParOf" srcId="{C0001D9A-3A83-C14F-A120-1F4ED51EB029}" destId="{A03CA1ED-44A8-5140-BC9A-265C51647F1E}" srcOrd="0" destOrd="0" presId="urn:microsoft.com/office/officeart/2005/8/layout/vList2"/>
    <dgm:cxn modelId="{4CF63381-9277-EF47-AC74-87B9696BD32D}" type="presParOf" srcId="{C0001D9A-3A83-C14F-A120-1F4ED51EB029}" destId="{B5A8898B-66E4-D649-AAF4-84432F29B6C0}" srcOrd="1" destOrd="0" presId="urn:microsoft.com/office/officeart/2005/8/layout/vList2"/>
    <dgm:cxn modelId="{21E9B20E-2833-014B-9D62-3FC2B2298216}" type="presParOf" srcId="{C0001D9A-3A83-C14F-A120-1F4ED51EB029}" destId="{86D27624-7DA5-6D45-A48C-178CF059B84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3036C5-9375-4B2F-BF1E-EA3894ACA42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D7FE96F-D027-4CA9-8545-69A93637546F}">
      <dgm:prSet/>
      <dgm:spPr/>
      <dgm:t>
        <a:bodyPr/>
        <a:lstStyle/>
        <a:p>
          <a:r>
            <a:rPr lang="it-IT" dirty="0"/>
            <a:t>• Divulgazione: Visibilità ai risultati ottenuti</a:t>
          </a:r>
          <a:br>
            <a:rPr lang="it-IT" dirty="0"/>
          </a:br>
          <a:endParaRPr lang="en-US" dirty="0"/>
        </a:p>
      </dgm:t>
    </dgm:pt>
    <dgm:pt modelId="{819B8166-EE87-4B04-A78D-941A5A265D6D}" type="parTrans" cxnId="{1C4B2E2C-1D88-4962-ABCD-4CA94187A347}">
      <dgm:prSet/>
      <dgm:spPr/>
      <dgm:t>
        <a:bodyPr/>
        <a:lstStyle/>
        <a:p>
          <a:endParaRPr lang="en-US"/>
        </a:p>
      </dgm:t>
    </dgm:pt>
    <dgm:pt modelId="{0B282C55-2A7D-482A-898B-1D6D640320A2}" type="sibTrans" cxnId="{1C4B2E2C-1D88-4962-ABCD-4CA94187A347}">
      <dgm:prSet/>
      <dgm:spPr/>
      <dgm:t>
        <a:bodyPr/>
        <a:lstStyle/>
        <a:p>
          <a:endParaRPr lang="en-US"/>
        </a:p>
      </dgm:t>
    </dgm:pt>
    <dgm:pt modelId="{CF6A1B0B-BBE7-4C64-99B5-CBD5D37FB1FF}">
      <dgm:prSet/>
      <dgm:spPr/>
      <dgm:t>
        <a:bodyPr/>
        <a:lstStyle/>
        <a:p>
          <a:r>
            <a:rPr lang="it-IT"/>
            <a:t>• Brand Identity: Promozione del modello, veicolazione della cultura d’associazione</a:t>
          </a:r>
          <a:br>
            <a:rPr lang="it-IT"/>
          </a:br>
          <a:endParaRPr lang="en-US"/>
        </a:p>
      </dgm:t>
    </dgm:pt>
    <dgm:pt modelId="{CEAAE6D2-325B-4879-BE1D-5E0C35BABDF7}" type="parTrans" cxnId="{5AF12037-D4EF-45C5-889B-206A7879F1FC}">
      <dgm:prSet/>
      <dgm:spPr/>
      <dgm:t>
        <a:bodyPr/>
        <a:lstStyle/>
        <a:p>
          <a:endParaRPr lang="en-US"/>
        </a:p>
      </dgm:t>
    </dgm:pt>
    <dgm:pt modelId="{B019088D-0BD5-4E2A-AB81-02B2845C7272}" type="sibTrans" cxnId="{5AF12037-D4EF-45C5-889B-206A7879F1FC}">
      <dgm:prSet/>
      <dgm:spPr/>
      <dgm:t>
        <a:bodyPr/>
        <a:lstStyle/>
        <a:p>
          <a:endParaRPr lang="en-US"/>
        </a:p>
      </dgm:t>
    </dgm:pt>
    <dgm:pt modelId="{1643924F-63BE-44B7-B0D5-8450F02BD4A1}">
      <dgm:prSet/>
      <dgm:spPr/>
      <dgm:t>
        <a:bodyPr/>
        <a:lstStyle/>
        <a:p>
          <a:r>
            <a:rPr lang="it-IT"/>
            <a:t>• Eventi: Showcase e relazioni media</a:t>
          </a:r>
          <a:endParaRPr lang="en-US"/>
        </a:p>
      </dgm:t>
    </dgm:pt>
    <dgm:pt modelId="{8C7562FE-4789-427F-8FBF-3CA77ABA7109}" type="parTrans" cxnId="{E7DC5AFA-4FE8-4CCC-9D23-1BCDC4AD5D12}">
      <dgm:prSet/>
      <dgm:spPr/>
      <dgm:t>
        <a:bodyPr/>
        <a:lstStyle/>
        <a:p>
          <a:endParaRPr lang="en-US"/>
        </a:p>
      </dgm:t>
    </dgm:pt>
    <dgm:pt modelId="{A0E147F0-B734-4BF1-9A6E-C3554D5D5F16}" type="sibTrans" cxnId="{E7DC5AFA-4FE8-4CCC-9D23-1BCDC4AD5D12}">
      <dgm:prSet/>
      <dgm:spPr/>
      <dgm:t>
        <a:bodyPr/>
        <a:lstStyle/>
        <a:p>
          <a:endParaRPr lang="en-US"/>
        </a:p>
      </dgm:t>
    </dgm:pt>
    <dgm:pt modelId="{90478179-50FF-DC49-9F57-695E581928EB}" type="pres">
      <dgm:prSet presAssocID="{C33036C5-9375-4B2F-BF1E-EA3894ACA42F}" presName="linear" presStyleCnt="0">
        <dgm:presLayoutVars>
          <dgm:animLvl val="lvl"/>
          <dgm:resizeHandles val="exact"/>
        </dgm:presLayoutVars>
      </dgm:prSet>
      <dgm:spPr/>
    </dgm:pt>
    <dgm:pt modelId="{CBCD0714-EF14-BE45-8437-E0C20B5E12BD}" type="pres">
      <dgm:prSet presAssocID="{3D7FE96F-D027-4CA9-8545-69A9363754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EF73ADB-996F-C347-A42E-5B56E38AF0C4}" type="pres">
      <dgm:prSet presAssocID="{0B282C55-2A7D-482A-898B-1D6D640320A2}" presName="spacer" presStyleCnt="0"/>
      <dgm:spPr/>
    </dgm:pt>
    <dgm:pt modelId="{B445F1AA-A62B-2F42-8CBB-5E092D79758E}" type="pres">
      <dgm:prSet presAssocID="{CF6A1B0B-BBE7-4C64-99B5-CBD5D37FB1F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BFD2C1-5965-854F-99A1-9E799DF83AF9}" type="pres">
      <dgm:prSet presAssocID="{B019088D-0BD5-4E2A-AB81-02B2845C7272}" presName="spacer" presStyleCnt="0"/>
      <dgm:spPr/>
    </dgm:pt>
    <dgm:pt modelId="{83B72A7A-5151-D049-A355-053375ECD866}" type="pres">
      <dgm:prSet presAssocID="{1643924F-63BE-44B7-B0D5-8450F02BD4A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0348D16-5592-F64C-8AA6-5939DFF33AA1}" type="presOf" srcId="{CF6A1B0B-BBE7-4C64-99B5-CBD5D37FB1FF}" destId="{B445F1AA-A62B-2F42-8CBB-5E092D79758E}" srcOrd="0" destOrd="0" presId="urn:microsoft.com/office/officeart/2005/8/layout/vList2"/>
    <dgm:cxn modelId="{1C4B2E2C-1D88-4962-ABCD-4CA94187A347}" srcId="{C33036C5-9375-4B2F-BF1E-EA3894ACA42F}" destId="{3D7FE96F-D027-4CA9-8545-69A93637546F}" srcOrd="0" destOrd="0" parTransId="{819B8166-EE87-4B04-A78D-941A5A265D6D}" sibTransId="{0B282C55-2A7D-482A-898B-1D6D640320A2}"/>
    <dgm:cxn modelId="{A83EBB35-205E-C540-9F16-21CD8840910A}" type="presOf" srcId="{1643924F-63BE-44B7-B0D5-8450F02BD4A1}" destId="{83B72A7A-5151-D049-A355-053375ECD866}" srcOrd="0" destOrd="0" presId="urn:microsoft.com/office/officeart/2005/8/layout/vList2"/>
    <dgm:cxn modelId="{5AF12037-D4EF-45C5-889B-206A7879F1FC}" srcId="{C33036C5-9375-4B2F-BF1E-EA3894ACA42F}" destId="{CF6A1B0B-BBE7-4C64-99B5-CBD5D37FB1FF}" srcOrd="1" destOrd="0" parTransId="{CEAAE6D2-325B-4879-BE1D-5E0C35BABDF7}" sibTransId="{B019088D-0BD5-4E2A-AB81-02B2845C7272}"/>
    <dgm:cxn modelId="{45B0B748-1AC5-EF42-9BAF-E8D90ED9BD83}" type="presOf" srcId="{C33036C5-9375-4B2F-BF1E-EA3894ACA42F}" destId="{90478179-50FF-DC49-9F57-695E581928EB}" srcOrd="0" destOrd="0" presId="urn:microsoft.com/office/officeart/2005/8/layout/vList2"/>
    <dgm:cxn modelId="{6A207FF9-D7E9-6447-B727-5A9FF4748CC5}" type="presOf" srcId="{3D7FE96F-D027-4CA9-8545-69A93637546F}" destId="{CBCD0714-EF14-BE45-8437-E0C20B5E12BD}" srcOrd="0" destOrd="0" presId="urn:microsoft.com/office/officeart/2005/8/layout/vList2"/>
    <dgm:cxn modelId="{E7DC5AFA-4FE8-4CCC-9D23-1BCDC4AD5D12}" srcId="{C33036C5-9375-4B2F-BF1E-EA3894ACA42F}" destId="{1643924F-63BE-44B7-B0D5-8450F02BD4A1}" srcOrd="2" destOrd="0" parTransId="{8C7562FE-4789-427F-8FBF-3CA77ABA7109}" sibTransId="{A0E147F0-B734-4BF1-9A6E-C3554D5D5F16}"/>
    <dgm:cxn modelId="{88C75FBC-DE98-2F4F-9791-3C7CC5FD1855}" type="presParOf" srcId="{90478179-50FF-DC49-9F57-695E581928EB}" destId="{CBCD0714-EF14-BE45-8437-E0C20B5E12BD}" srcOrd="0" destOrd="0" presId="urn:microsoft.com/office/officeart/2005/8/layout/vList2"/>
    <dgm:cxn modelId="{33557068-2757-8149-8A6C-59FBD835FFF8}" type="presParOf" srcId="{90478179-50FF-DC49-9F57-695E581928EB}" destId="{8EF73ADB-996F-C347-A42E-5B56E38AF0C4}" srcOrd="1" destOrd="0" presId="urn:microsoft.com/office/officeart/2005/8/layout/vList2"/>
    <dgm:cxn modelId="{A75A2E4C-CA55-514E-A64A-CDACAEA9289E}" type="presParOf" srcId="{90478179-50FF-DC49-9F57-695E581928EB}" destId="{B445F1AA-A62B-2F42-8CBB-5E092D79758E}" srcOrd="2" destOrd="0" presId="urn:microsoft.com/office/officeart/2005/8/layout/vList2"/>
    <dgm:cxn modelId="{973B0045-DF36-2B4C-81A4-09EA02932BBD}" type="presParOf" srcId="{90478179-50FF-DC49-9F57-695E581928EB}" destId="{CABFD2C1-5965-854F-99A1-9E799DF83AF9}" srcOrd="3" destOrd="0" presId="urn:microsoft.com/office/officeart/2005/8/layout/vList2"/>
    <dgm:cxn modelId="{CE4603FD-9F4D-B544-BFEF-67411D6B1CCC}" type="presParOf" srcId="{90478179-50FF-DC49-9F57-695E581928EB}" destId="{83B72A7A-5151-D049-A355-053375ECD86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DA70BC-EED1-46A3-98BA-D1CFD22FE2D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2A1525-E0B5-40FC-B255-C578D18887DA}">
      <dgm:prSet/>
      <dgm:spPr/>
      <dgm:t>
        <a:bodyPr/>
        <a:lstStyle/>
        <a:p>
          <a:r>
            <a:rPr lang="it-IT" dirty="0"/>
            <a:t>•studio dei problemi legati alle collaborazioni e ricerca di soluzioni legali</a:t>
          </a:r>
          <a:br>
            <a:rPr lang="it-IT" dirty="0"/>
          </a:br>
          <a:endParaRPr lang="en-US" dirty="0"/>
        </a:p>
      </dgm:t>
    </dgm:pt>
    <dgm:pt modelId="{C1C600A2-638F-4729-B73D-656BB03F07E4}" type="parTrans" cxnId="{26D4366D-1062-4533-9C63-970F678C8B14}">
      <dgm:prSet/>
      <dgm:spPr/>
      <dgm:t>
        <a:bodyPr/>
        <a:lstStyle/>
        <a:p>
          <a:endParaRPr lang="en-US"/>
        </a:p>
      </dgm:t>
    </dgm:pt>
    <dgm:pt modelId="{B971C94C-BBA8-42F1-A5D0-C0CA708B388C}" type="sibTrans" cxnId="{26D4366D-1062-4533-9C63-970F678C8B14}">
      <dgm:prSet/>
      <dgm:spPr/>
      <dgm:t>
        <a:bodyPr/>
        <a:lstStyle/>
        <a:p>
          <a:endParaRPr lang="en-US"/>
        </a:p>
      </dgm:t>
    </dgm:pt>
    <dgm:pt modelId="{076C5AA7-A047-4279-AC31-7373668D88E4}">
      <dgm:prSet/>
      <dgm:spPr/>
      <dgm:t>
        <a:bodyPr/>
        <a:lstStyle/>
        <a:p>
          <a:r>
            <a:rPr lang="it-IT" dirty="0"/>
            <a:t>• Proprietà Intellettuale: Tutela delle innovazioni</a:t>
          </a:r>
          <a:br>
            <a:rPr lang="it-IT" dirty="0"/>
          </a:br>
          <a:endParaRPr lang="en-US" dirty="0"/>
        </a:p>
      </dgm:t>
    </dgm:pt>
    <dgm:pt modelId="{7933C65A-0C9F-402A-BD14-828C164D62CB}" type="parTrans" cxnId="{3E254961-71B2-4414-957A-9B1E6076D5BE}">
      <dgm:prSet/>
      <dgm:spPr/>
      <dgm:t>
        <a:bodyPr/>
        <a:lstStyle/>
        <a:p>
          <a:endParaRPr lang="en-US"/>
        </a:p>
      </dgm:t>
    </dgm:pt>
    <dgm:pt modelId="{CCE55260-48D1-45A1-9945-97E7E844419F}" type="sibTrans" cxnId="{3E254961-71B2-4414-957A-9B1E6076D5BE}">
      <dgm:prSet/>
      <dgm:spPr/>
      <dgm:t>
        <a:bodyPr/>
        <a:lstStyle/>
        <a:p>
          <a:endParaRPr lang="en-US"/>
        </a:p>
      </dgm:t>
    </dgm:pt>
    <dgm:pt modelId="{21E77327-348E-4358-AFEA-26D5AFD81548}">
      <dgm:prSet/>
      <dgm:spPr/>
      <dgm:t>
        <a:bodyPr/>
        <a:lstStyle/>
        <a:p>
          <a:r>
            <a:rPr lang="it-IT" dirty="0"/>
            <a:t>• monitoraggio della compliance e GDPR</a:t>
          </a:r>
          <a:endParaRPr lang="en-US" dirty="0"/>
        </a:p>
      </dgm:t>
    </dgm:pt>
    <dgm:pt modelId="{0E8D6C5A-5642-46F6-A568-98F3180EFD61}" type="parTrans" cxnId="{31675932-B731-4552-B1C1-399599A135DB}">
      <dgm:prSet/>
      <dgm:spPr/>
      <dgm:t>
        <a:bodyPr/>
        <a:lstStyle/>
        <a:p>
          <a:endParaRPr lang="en-US"/>
        </a:p>
      </dgm:t>
    </dgm:pt>
    <dgm:pt modelId="{733B95EE-9F7F-4D92-B3AC-A9C742681D81}" type="sibTrans" cxnId="{31675932-B731-4552-B1C1-399599A135DB}">
      <dgm:prSet/>
      <dgm:spPr/>
      <dgm:t>
        <a:bodyPr/>
        <a:lstStyle/>
        <a:p>
          <a:endParaRPr lang="en-US"/>
        </a:p>
      </dgm:t>
    </dgm:pt>
    <dgm:pt modelId="{5559B063-2CC0-6A43-AC6D-B88616712497}" type="pres">
      <dgm:prSet presAssocID="{E9DA70BC-EED1-46A3-98BA-D1CFD22FE2D4}" presName="linear" presStyleCnt="0">
        <dgm:presLayoutVars>
          <dgm:animLvl val="lvl"/>
          <dgm:resizeHandles val="exact"/>
        </dgm:presLayoutVars>
      </dgm:prSet>
      <dgm:spPr/>
    </dgm:pt>
    <dgm:pt modelId="{3F90EBB2-A9DC-8444-9EEE-D650BC1D8E3F}" type="pres">
      <dgm:prSet presAssocID="{092A1525-E0B5-40FC-B255-C578D18887D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F24A0AE-4E3A-234A-B8A2-0D8B99160F6D}" type="pres">
      <dgm:prSet presAssocID="{B971C94C-BBA8-42F1-A5D0-C0CA708B388C}" presName="spacer" presStyleCnt="0"/>
      <dgm:spPr/>
    </dgm:pt>
    <dgm:pt modelId="{5F84BB12-7E6E-734F-92B1-6AF937380103}" type="pres">
      <dgm:prSet presAssocID="{076C5AA7-A047-4279-AC31-7373668D88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208F86F-1102-BD46-9052-7567F94F23A3}" type="pres">
      <dgm:prSet presAssocID="{CCE55260-48D1-45A1-9945-97E7E844419F}" presName="spacer" presStyleCnt="0"/>
      <dgm:spPr/>
    </dgm:pt>
    <dgm:pt modelId="{42AEFCDB-36B7-784E-9FEE-DD19295EDDB0}" type="pres">
      <dgm:prSet presAssocID="{21E77327-348E-4358-AFEA-26D5AFD8154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9DDD109-3F1E-634E-B9A3-F0D05F9E0433}" type="presOf" srcId="{E9DA70BC-EED1-46A3-98BA-D1CFD22FE2D4}" destId="{5559B063-2CC0-6A43-AC6D-B88616712497}" srcOrd="0" destOrd="0" presId="urn:microsoft.com/office/officeart/2005/8/layout/vList2"/>
    <dgm:cxn modelId="{31675932-B731-4552-B1C1-399599A135DB}" srcId="{E9DA70BC-EED1-46A3-98BA-D1CFD22FE2D4}" destId="{21E77327-348E-4358-AFEA-26D5AFD81548}" srcOrd="2" destOrd="0" parTransId="{0E8D6C5A-5642-46F6-A568-98F3180EFD61}" sibTransId="{733B95EE-9F7F-4D92-B3AC-A9C742681D81}"/>
    <dgm:cxn modelId="{48754F4D-3D69-BA4E-8247-C4CEA064CE22}" type="presOf" srcId="{092A1525-E0B5-40FC-B255-C578D18887DA}" destId="{3F90EBB2-A9DC-8444-9EEE-D650BC1D8E3F}" srcOrd="0" destOrd="0" presId="urn:microsoft.com/office/officeart/2005/8/layout/vList2"/>
    <dgm:cxn modelId="{64395455-6B00-F349-A02C-4BE059C80820}" type="presOf" srcId="{21E77327-348E-4358-AFEA-26D5AFD81548}" destId="{42AEFCDB-36B7-784E-9FEE-DD19295EDDB0}" srcOrd="0" destOrd="0" presId="urn:microsoft.com/office/officeart/2005/8/layout/vList2"/>
    <dgm:cxn modelId="{54BE7C58-40A5-1B49-B49D-AF6E78DE310D}" type="presOf" srcId="{076C5AA7-A047-4279-AC31-7373668D88E4}" destId="{5F84BB12-7E6E-734F-92B1-6AF937380103}" srcOrd="0" destOrd="0" presId="urn:microsoft.com/office/officeart/2005/8/layout/vList2"/>
    <dgm:cxn modelId="{3E254961-71B2-4414-957A-9B1E6076D5BE}" srcId="{E9DA70BC-EED1-46A3-98BA-D1CFD22FE2D4}" destId="{076C5AA7-A047-4279-AC31-7373668D88E4}" srcOrd="1" destOrd="0" parTransId="{7933C65A-0C9F-402A-BD14-828C164D62CB}" sibTransId="{CCE55260-48D1-45A1-9945-97E7E844419F}"/>
    <dgm:cxn modelId="{26D4366D-1062-4533-9C63-970F678C8B14}" srcId="{E9DA70BC-EED1-46A3-98BA-D1CFD22FE2D4}" destId="{092A1525-E0B5-40FC-B255-C578D18887DA}" srcOrd="0" destOrd="0" parTransId="{C1C600A2-638F-4729-B73D-656BB03F07E4}" sibTransId="{B971C94C-BBA8-42F1-A5D0-C0CA708B388C}"/>
    <dgm:cxn modelId="{996395A2-EC2C-244F-8515-586B8F6950A9}" type="presParOf" srcId="{5559B063-2CC0-6A43-AC6D-B88616712497}" destId="{3F90EBB2-A9DC-8444-9EEE-D650BC1D8E3F}" srcOrd="0" destOrd="0" presId="urn:microsoft.com/office/officeart/2005/8/layout/vList2"/>
    <dgm:cxn modelId="{3C7F7809-8F0B-9D4F-A3FA-5A72C2F50611}" type="presParOf" srcId="{5559B063-2CC0-6A43-AC6D-B88616712497}" destId="{2F24A0AE-4E3A-234A-B8A2-0D8B99160F6D}" srcOrd="1" destOrd="0" presId="urn:microsoft.com/office/officeart/2005/8/layout/vList2"/>
    <dgm:cxn modelId="{76F0D94A-2980-6549-BFF0-7CE8B1A789A7}" type="presParOf" srcId="{5559B063-2CC0-6A43-AC6D-B88616712497}" destId="{5F84BB12-7E6E-734F-92B1-6AF937380103}" srcOrd="2" destOrd="0" presId="urn:microsoft.com/office/officeart/2005/8/layout/vList2"/>
    <dgm:cxn modelId="{50EE583C-DAAC-FD49-A1E4-7C5E9C0A6674}" type="presParOf" srcId="{5559B063-2CC0-6A43-AC6D-B88616712497}" destId="{5208F86F-1102-BD46-9052-7567F94F23A3}" srcOrd="3" destOrd="0" presId="urn:microsoft.com/office/officeart/2005/8/layout/vList2"/>
    <dgm:cxn modelId="{47BDE1F3-28EB-074E-BB7E-41F621665D4D}" type="presParOf" srcId="{5559B063-2CC0-6A43-AC6D-B88616712497}" destId="{42AEFCDB-36B7-784E-9FEE-DD19295EDDB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4341D8-2308-E24B-9947-43662DE30507}">
      <dsp:nvSpPr>
        <dsp:cNvPr id="0" name=""/>
        <dsp:cNvSpPr/>
      </dsp:nvSpPr>
      <dsp:spPr>
        <a:xfrm>
          <a:off x="0" y="36440"/>
          <a:ext cx="6666833" cy="17341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/>
            <a:t>• Fundraising: ricerca di bandi, finanziamenti, partner strategici</a:t>
          </a:r>
          <a:endParaRPr lang="en-US" sz="3100" kern="1200"/>
        </a:p>
      </dsp:txBody>
      <dsp:txXfrm>
        <a:off x="84655" y="121095"/>
        <a:ext cx="6497523" cy="1564849"/>
      </dsp:txXfrm>
    </dsp:sp>
    <dsp:sp modelId="{4A1B1D6F-3CF7-1646-98FC-99EF9EDFBE6D}">
      <dsp:nvSpPr>
        <dsp:cNvPr id="0" name=""/>
        <dsp:cNvSpPr/>
      </dsp:nvSpPr>
      <dsp:spPr>
        <a:xfrm>
          <a:off x="0" y="1859880"/>
          <a:ext cx="6666833" cy="1734159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/>
            <a:t>• Networking: Relazioni con Aziende, Università ed Enti</a:t>
          </a:r>
          <a:br>
            <a:rPr lang="it-IT" sz="3100" kern="1200"/>
          </a:br>
          <a:endParaRPr lang="en-US" sz="3100" kern="1200"/>
        </a:p>
      </dsp:txBody>
      <dsp:txXfrm>
        <a:off x="84655" y="1944535"/>
        <a:ext cx="6497523" cy="1564849"/>
      </dsp:txXfrm>
    </dsp:sp>
    <dsp:sp modelId="{6F21909E-C61C-6F41-8657-56200BFD81D8}">
      <dsp:nvSpPr>
        <dsp:cNvPr id="0" name=""/>
        <dsp:cNvSpPr/>
      </dsp:nvSpPr>
      <dsp:spPr>
        <a:xfrm>
          <a:off x="0" y="3683319"/>
          <a:ext cx="6666833" cy="1734159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/>
            <a:t>• PMO: Monitoraggio obiettivi </a:t>
          </a:r>
          <a:endParaRPr lang="en-US" sz="3100" kern="1200"/>
        </a:p>
      </dsp:txBody>
      <dsp:txXfrm>
        <a:off x="84655" y="3767974"/>
        <a:ext cx="6497523" cy="15648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CA1ED-44A8-5140-BC9A-265C51647F1E}">
      <dsp:nvSpPr>
        <dsp:cNvPr id="0" name=""/>
        <dsp:cNvSpPr/>
      </dsp:nvSpPr>
      <dsp:spPr>
        <a:xfrm>
          <a:off x="0" y="138706"/>
          <a:ext cx="6666833" cy="253641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kern="1200"/>
            <a:t>• Talent Activation: Inserimento volontari e ricercatori nei team</a:t>
          </a:r>
          <a:br>
            <a:rPr lang="it-IT" sz="3600" kern="1200"/>
          </a:br>
          <a:endParaRPr lang="en-US" sz="3600" kern="1200"/>
        </a:p>
      </dsp:txBody>
      <dsp:txXfrm>
        <a:off x="123817" y="262523"/>
        <a:ext cx="6419199" cy="2288779"/>
      </dsp:txXfrm>
    </dsp:sp>
    <dsp:sp modelId="{86D27624-7DA5-6D45-A48C-178CF059B841}">
      <dsp:nvSpPr>
        <dsp:cNvPr id="0" name=""/>
        <dsp:cNvSpPr/>
      </dsp:nvSpPr>
      <dsp:spPr>
        <a:xfrm>
          <a:off x="0" y="2778799"/>
          <a:ext cx="6666833" cy="2536413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kern="1200"/>
            <a:t>• Community Care: promozione interna ed esterna della Cultura associativa</a:t>
          </a:r>
          <a:br>
            <a:rPr lang="it-IT" sz="3600" kern="1200"/>
          </a:br>
          <a:endParaRPr lang="en-US" sz="3600" kern="1200"/>
        </a:p>
      </dsp:txBody>
      <dsp:txXfrm>
        <a:off x="123817" y="2902616"/>
        <a:ext cx="6419199" cy="22887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D0714-EF14-BE45-8437-E0C20B5E12BD}">
      <dsp:nvSpPr>
        <dsp:cNvPr id="0" name=""/>
        <dsp:cNvSpPr/>
      </dsp:nvSpPr>
      <dsp:spPr>
        <a:xfrm>
          <a:off x="0" y="383604"/>
          <a:ext cx="6666833" cy="151039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 dirty="0"/>
            <a:t>• Divulgazione: Visibilità ai risultati ottenuti</a:t>
          </a:r>
          <a:br>
            <a:rPr lang="it-IT" sz="2700" kern="1200" dirty="0"/>
          </a:br>
          <a:endParaRPr lang="en-US" sz="2700" kern="1200" dirty="0"/>
        </a:p>
      </dsp:txBody>
      <dsp:txXfrm>
        <a:off x="73731" y="457335"/>
        <a:ext cx="6519371" cy="1362934"/>
      </dsp:txXfrm>
    </dsp:sp>
    <dsp:sp modelId="{B445F1AA-A62B-2F42-8CBB-5E092D79758E}">
      <dsp:nvSpPr>
        <dsp:cNvPr id="0" name=""/>
        <dsp:cNvSpPr/>
      </dsp:nvSpPr>
      <dsp:spPr>
        <a:xfrm>
          <a:off x="0" y="1971761"/>
          <a:ext cx="6666833" cy="1510396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/>
            <a:t>• Brand Identity: Promozione del modello, veicolazione della cultura d’associazione</a:t>
          </a:r>
          <a:br>
            <a:rPr lang="it-IT" sz="2700" kern="1200"/>
          </a:br>
          <a:endParaRPr lang="en-US" sz="2700" kern="1200"/>
        </a:p>
      </dsp:txBody>
      <dsp:txXfrm>
        <a:off x="73731" y="2045492"/>
        <a:ext cx="6519371" cy="1362934"/>
      </dsp:txXfrm>
    </dsp:sp>
    <dsp:sp modelId="{83B72A7A-5151-D049-A355-053375ECD866}">
      <dsp:nvSpPr>
        <dsp:cNvPr id="0" name=""/>
        <dsp:cNvSpPr/>
      </dsp:nvSpPr>
      <dsp:spPr>
        <a:xfrm>
          <a:off x="0" y="3559918"/>
          <a:ext cx="6666833" cy="1510396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/>
            <a:t>• Eventi: Showcase e relazioni media</a:t>
          </a:r>
          <a:endParaRPr lang="en-US" sz="2700" kern="1200"/>
        </a:p>
      </dsp:txBody>
      <dsp:txXfrm>
        <a:off x="73731" y="3633649"/>
        <a:ext cx="6519371" cy="13629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0EBB2-A9DC-8444-9EEE-D650BC1D8E3F}">
      <dsp:nvSpPr>
        <dsp:cNvPr id="0" name=""/>
        <dsp:cNvSpPr/>
      </dsp:nvSpPr>
      <dsp:spPr>
        <a:xfrm>
          <a:off x="0" y="336740"/>
          <a:ext cx="6666833" cy="1539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•studio dei problemi legati alle collaborazioni e ricerca di soluzioni legali</a:t>
          </a:r>
          <a:br>
            <a:rPr lang="it-IT" sz="2800" kern="1200" dirty="0"/>
          </a:br>
          <a:endParaRPr lang="en-US" sz="2800" kern="1200" dirty="0"/>
        </a:p>
      </dsp:txBody>
      <dsp:txXfrm>
        <a:off x="75163" y="411903"/>
        <a:ext cx="6516507" cy="1389393"/>
      </dsp:txXfrm>
    </dsp:sp>
    <dsp:sp modelId="{5F84BB12-7E6E-734F-92B1-6AF937380103}">
      <dsp:nvSpPr>
        <dsp:cNvPr id="0" name=""/>
        <dsp:cNvSpPr/>
      </dsp:nvSpPr>
      <dsp:spPr>
        <a:xfrm>
          <a:off x="0" y="1957100"/>
          <a:ext cx="6666833" cy="153971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• Proprietà Intellettuale: Tutela delle innovazioni</a:t>
          </a:r>
          <a:br>
            <a:rPr lang="it-IT" sz="2800" kern="1200" dirty="0"/>
          </a:br>
          <a:endParaRPr lang="en-US" sz="2800" kern="1200" dirty="0"/>
        </a:p>
      </dsp:txBody>
      <dsp:txXfrm>
        <a:off x="75163" y="2032263"/>
        <a:ext cx="6516507" cy="1389393"/>
      </dsp:txXfrm>
    </dsp:sp>
    <dsp:sp modelId="{42AEFCDB-36B7-784E-9FEE-DD19295EDDB0}">
      <dsp:nvSpPr>
        <dsp:cNvPr id="0" name=""/>
        <dsp:cNvSpPr/>
      </dsp:nvSpPr>
      <dsp:spPr>
        <a:xfrm>
          <a:off x="0" y="3577460"/>
          <a:ext cx="6666833" cy="153971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• monitoraggio della compliance e GDPR</a:t>
          </a:r>
          <a:endParaRPr lang="en-US" sz="2800" kern="1200" dirty="0"/>
        </a:p>
      </dsp:txBody>
      <dsp:txXfrm>
        <a:off x="75163" y="3652623"/>
        <a:ext cx="6516507" cy="1389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7F1923-2E27-4F74-4D7A-B19E9144B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AC61E47-A264-D6CF-27F1-73A34AD6E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72EA18-136F-88B5-7172-C7022F557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0C9230-1D62-4372-E6FB-2CB72F83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B02FCA-39F9-FAF3-0CD9-EDD8D1AF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966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50B182-F0B9-4992-0D36-02F21959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D322EA-C1B5-6F22-966D-4B17A0AAF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917B2E-8AE0-991B-570E-E04D4BE1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E8159A-1184-317D-E383-348B7871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EF31AC-0CC8-35BF-DD9C-FD313FD0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1605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C6AE80-5D2D-FC3C-4B76-66CEB9CF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40C8FB-8556-A1A9-0959-6944DB45E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302B3F-303E-C86E-B537-7CF94A07E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241328-61D4-0976-DDE5-658F7D86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1B2BAC-FA36-5D6B-3811-7480CFF6B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761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B970DF-30AC-92FD-2B66-DDB21CEB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104FA3-4971-6124-016E-0BAED5E04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DA2A333-71A3-AA12-A676-CDF9BEFF3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6E07596-A904-A2AB-383D-809ACB72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505148F-846E-5B3A-3735-846F1136C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FCD6A77-B789-B8D6-3B50-B5B3FF38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534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54E791-8F3B-90CA-7B9C-96E3623E1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3F420DE-495D-2799-7FCF-4324D11C2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F013292-5973-2FA5-C52F-E0757D952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990255D-A5FE-6DC2-CEEA-705C814CE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29681A1-6C63-F74B-CF36-F1F786434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E47E434-46E9-B180-5AC1-4E5054AB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31D336D-6ED0-2EDA-1235-8D76E8C4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952D1B1-9D82-A05D-7728-A0A84D0D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532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5D7910-2F9A-1AF9-0EC7-A6F7C12D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F9B7DB8-F718-9398-E889-3FDF9DDB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84AA57D-A6AD-9BDC-0129-191192754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3B0C1AC-4B2D-9BB9-59B3-C8771EB9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29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8E64DA8-D9CD-815D-C4A5-86FF98AD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EFDB55-CABF-54DB-A5EE-EB3449F9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D47CE6-22E1-CCF5-28F8-7674DD8D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757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06E6C-A751-F251-A57F-A3E7228E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4BA566-25FF-1C65-37E9-55153C4F3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229478-A26F-7F8B-CA70-7E9C15D6F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B436190-C88E-DF25-DC37-2E9356F8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8187420-8E6D-5248-B787-BE4C150E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F46795-D893-CCD1-7C85-FEA59E2A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223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951023-F0F2-B4D3-E0C0-BF322C4A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C8A3DD2-91FF-1CB7-7EBB-BE6F096EF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FC04A7F-D4FB-1BEB-04A8-9BE8CB6C4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DE2CB06-4211-3DBF-4665-327FEB57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034A978-ED1E-9439-B26D-E7E3AD91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1C83740-78F2-4459-D6E7-316FA6BC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621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BBF09F-278A-6418-47B7-2B671062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D1B34C4-329D-0FAF-CA65-6C000D2B6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2A98173-5ABC-CB68-5E0E-76343CF7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4B29E3-1DB1-AF70-B985-7047EB5E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CBEF89-1AF1-251E-145B-259A9C7A1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972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B8A40BD-D17A-37AA-1B21-B515D68C7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03B379C-418B-696F-73DB-1570E0547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9F6705-F00E-8796-5688-1CBCD589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C38449-2796-E4E2-7D52-59C2D23C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F0D604-2DB6-F507-B1ED-5360C248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0054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FC176D-FC28-3A5E-A82E-CF2454D8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F4D9E3A-8697-3940-AE3D-7F7826D3C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6D159E-0C5A-6071-DBC9-B9AD49FF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AE442B-5334-379C-85CF-36BB7821F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CEB2FD-9278-A59B-C38A-363D0A24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301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6ABCE01-6D73-9C54-4C4B-9EAE341DD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31436DF-6407-CF0B-83A4-7B8F29C1A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60C146-9D21-76BA-AECF-70C7CAC32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9EF9D-EA46-C74A-B8DC-DF992E68BA9D}" type="datetimeFigureOut">
              <a:rPr lang="it-IT" smtClean="0"/>
              <a:t>05/04/26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4FB7F5-A878-4688-957B-1ABAC9CB0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0BEC05-79AB-93E7-FF9A-9CA7A2193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14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CABB109-B234-777D-EE6A-FA3C040D8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it-IT" sz="4000">
                <a:solidFill>
                  <a:srgbClr val="FFFFFF"/>
                </a:solidFill>
              </a:rPr>
              <a:t>Dominio Operations: DOPE Hubs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BC8188E-E185-3A51-3F74-655AA6D9D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42" y="806824"/>
            <a:ext cx="2919738" cy="1494117"/>
          </a:xfrm>
        </p:spPr>
        <p:txBody>
          <a:bodyPr anchor="b">
            <a:normAutofit/>
          </a:bodyPr>
          <a:lstStyle/>
          <a:p>
            <a:pPr algn="l"/>
            <a:r>
              <a:rPr lang="it-IT" sz="2000">
                <a:solidFill>
                  <a:srgbClr val="FFFFFF"/>
                </a:solidFill>
              </a:rPr>
              <a:t>Infrastruttura strategica per la ricerca e il talento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2D39D25-BBE9-00F8-634E-8D2E59440C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26" t="30512" r="17147" b="20324"/>
          <a:stretch>
            <a:fillRect/>
          </a:stretch>
        </p:blipFill>
        <p:spPr>
          <a:xfrm>
            <a:off x="4502428" y="1393045"/>
            <a:ext cx="7225748" cy="407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65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F7FA9AD-B571-91B6-F330-0EBEA4F6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Team Business </a:t>
            </a:r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128F6207-847B-13F7-0B91-91E0EB40C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89400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80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EFCCD20-CE3D-F081-35C5-8E43B0B8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Team People (HR)</a:t>
            </a:r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B0DB808C-1AC9-1C2F-2669-4447F92C1C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53307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5210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9658094-A383-A554-A1DD-4784E850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Team Comunicazione</a:t>
            </a:r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BF18C18A-3157-0502-0F61-1680AA8048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239643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345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C26440-E220-E5DC-60EE-5475121AA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Team Legal</a:t>
            </a:r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99827CC3-10D7-49DE-AD18-1E6EDCB51A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638877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2948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C4B85E-33B3-3E73-B777-FD958F2B29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6ACE49C-EB7A-B51A-876F-EBA042F265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888448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129</Words>
  <Application>Microsoft Macintosh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di Office</vt:lpstr>
      <vt:lpstr>Dominio Operations: DOPE Hubs</vt:lpstr>
      <vt:lpstr>Team Business </vt:lpstr>
      <vt:lpstr>Team People (HR)</vt:lpstr>
      <vt:lpstr>Team Comunicazione</vt:lpstr>
      <vt:lpstr>Team Legal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Fadelli</dc:creator>
  <cp:lastModifiedBy>Federico Fadelli</cp:lastModifiedBy>
  <cp:revision>2</cp:revision>
  <dcterms:created xsi:type="dcterms:W3CDTF">2026-04-05T17:34:55Z</dcterms:created>
  <dcterms:modified xsi:type="dcterms:W3CDTF">2026-04-05T18:23:33Z</dcterms:modified>
</cp:coreProperties>
</file>