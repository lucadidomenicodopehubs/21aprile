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5E0AF7-E2B1-9A75-5436-9261AF70C11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D272E8C-AC9E-CA3E-2921-B6BC91117B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D9D270-073F-AD63-4ECD-3C97E60996D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657D809-0251-4755-9788-5FD7E8656FEA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D7D561-4B45-53FF-7979-6AA0109054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5F3E77-6E15-C5F3-B8AF-FFA1814F77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8300D422-A257-49D0-8054-CF8E0F497C5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07007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1E0AF-A1E2-082F-45FE-9DDEFF42A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463D01-78AC-9083-F0AF-5C22F89EB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A59916-8319-CA30-BF39-4F1E05FF31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62D5E7E4-A563-42B9-91BB-508DB02DCE44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61EB2D-E64C-A140-CEA3-D024385BD4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AD3D5D-F8F6-8114-8406-8B2055636C9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6239CB9-16F6-4CA8-AD21-4AA3033A1B16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76979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273A46-313D-2ECF-4218-1E20E6F89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7A47F10-D32D-4DBB-BB25-F0F1058A7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F0162F-1A52-563F-F3C0-D914083A14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B10DEF3-1E5F-4244-B571-CB693085B227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E59C60-1AD2-9396-F612-94286152713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B200A8-97EF-A565-C17D-675EECDCA5F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116DD845-7111-4403-96E4-D6AE42C19F9E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386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375D3F-E1FD-9CE6-794D-73B7E77CAC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2DC5BF-0DCD-D1FE-AA34-EB4F7A6E423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E206D98-D117-CBEF-E679-2EA7492777B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EC14179-4439-D4EE-1902-83B85DE0A71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386AC98D-B0A9-4863-937F-5EF7A81F6567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A5E51E3-B842-E5F8-AF7A-E15B1C1390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F46716-3ED0-0E11-4556-035007EFDF3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41F19E1D-3EEF-493E-B05D-E522C63C16D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0671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E535C7-BDB3-5E84-D3C4-A280B1DD7F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7AC198-99D9-301E-CB5A-C7D50FC64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FF1280-9CF6-51A5-DE58-9D08C801552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ACDE6ED-C65B-D7A5-4DA9-E8D32563412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6AD31AB-356D-E0A2-EC1E-66D79D20A55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2E90F70-6085-67C7-B944-22BD573491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C702B657-36EB-40DB-B4B3-AEA25982BF20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AEA952D-22D6-2843-11AF-F37EE6F7EC1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F125522-EA16-37E7-BE7E-05583ABA70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B1577D43-37DF-4AA0-BEE6-56D9043A0931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023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E159B1-D7B4-6007-E0EC-A1F48EE1D2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0A90FE8-B425-B540-C40F-2BF0B01C659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25CECC3-EB1F-4693-9E1D-E13D723D7569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D5B85B3-B160-0B52-BF67-D95F62B2F6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8FADE4D-98A5-33D4-36DD-199B354EE6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82EEADB2-5E38-41CD-A955-349B5CF3D08D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777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70880AC-4552-EBE3-1D59-A30DF02ED61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1284B5CC-B117-4D3E-A08F-C6C6E6BB499C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217FFC6-D3F7-F5EF-5AF2-AB89546598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B8C9C4-3BCF-57C0-FF67-96A9772268B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036DB01-E6EB-4069-98B9-8A7F813F7FB4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00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C6A4A6-AB43-6FF0-BF65-31330552CF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5B086E-84B3-01D1-7F01-F478C619760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447998-C6C4-826E-A231-ED91A377C4F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1C7872E-F66B-D086-5491-B82BB5F2BA3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2415CEA2-F8CA-4109-983E-C60CDCF812AB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532AC11-50DA-C754-E77C-EC240C86B4B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268D80-B2C0-CFCC-3F7B-11673AEAC4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39F83C2-C537-46D8-8CE9-7476F6F63C0D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790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6D47BD-8270-C636-6A32-7429417D95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933CDF7-7C0D-0CC2-35A0-A2FB3D5D376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9FD57C-814B-7329-71AF-FD45D4D8F14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8C3591-B34B-7EE8-27C8-CA5EC7DF2C5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0FE99A1-C4C6-4BC8-AC6A-F5F1F66E3D43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84B715F-2663-350A-D633-8FE60439BF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F64394-DECD-2E87-174A-E7B9248313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793E304-C556-487E-9B9B-EC24D2DE91D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038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9ADBF-3423-DFE7-8ACE-DE473CDA01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9FD65F-4B54-D6C1-1811-258B1377C85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1825627"/>
            <a:ext cx="10515600" cy="4351336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EE96C3-A1EE-9E3D-B74C-693B4AA196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E86C71AA-BCCB-4AD5-80F7-0B333C8EE7C1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E9652-2440-7ED5-96D5-CE640DA10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0AF716-EA17-3C16-9BEF-6702FE964B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67B5BD33-9A94-436E-ACE4-8900F593DB8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213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9EBED2D-33B3-510E-7653-711B7706581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70449D6-7416-8E49-6FD6-9F62D96B224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F4BA5D-245F-B4B3-A3F0-0423652738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89AB02DF-AAC9-498E-88CC-607EBE9095A3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049692-58B7-EBC2-1898-58685CB63E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AFD503-0C07-9862-BCEF-6C619CD1F6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6AACF7F8-0E0E-475A-82B5-D1D2C983D89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34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959B55F-3874-E881-3787-90BAAFAA88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D8A650-F736-86FE-1F04-848AAB7EB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318242-083E-036A-75BB-716912AC2A3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A04C168-FF24-437F-AC5C-EF897D4E1132}" type="datetime1">
              <a:rPr lang="it-IT"/>
              <a:pPr lvl="0"/>
              <a:t>06/04/2026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F289B0-82DA-C020-A891-DC995509710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762C26-FCDD-41E8-DDFE-9CCE755F558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8D0268DB-AF5F-4E13-8260-89FDE04F636C}" type="slidenum"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it-IT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it-IT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it-IT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2963F0-F03B-0267-3841-145F40297AE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/>
          <a:lstStyle/>
          <a:p>
            <a:pPr lvl="0"/>
            <a:r>
              <a:rPr lang="it-IT" dirty="0"/>
              <a:t>(titolo, punti chiave, eventuale testo o messaggi principali)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40195F2-514F-48CE-5485-FA410392A9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EF908A-F9F0-397D-1E19-DD2CCC833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it-IT"/>
              <a:t>Punti chiave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90C401-D317-A5B4-22E1-C32661CE02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pPr lvl="0"/>
            <a:r>
              <a:rPr lang="it-IT"/>
              <a:t>Mission first: razzo mission oriented</a:t>
            </a:r>
          </a:p>
          <a:p>
            <a:pPr lvl="0"/>
            <a:r>
              <a:rPr lang="it-IT"/>
              <a:t>Progetto completamente modulare </a:t>
            </a:r>
          </a:p>
          <a:p>
            <a:pPr lvl="0"/>
            <a:r>
              <a:rPr lang="it-IT"/>
              <a:t>Alta effecienza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3D6A38-E09D-2EE3-1C1E-C421122DB9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it-IT"/>
              <a:t>Mission first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A84C32-F515-7E43-30F2-BA0A24333F0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pPr lvl="0"/>
            <a:r>
              <a:rPr lang="it-IT"/>
              <a:t>Missione euroc</a:t>
            </a:r>
          </a:p>
          <a:p>
            <a:pPr lvl="0"/>
            <a:r>
              <a:rPr lang="it-IT"/>
              <a:t>Esperimento on-board high G</a:t>
            </a:r>
          </a:p>
          <a:p>
            <a:pPr lvl="0"/>
            <a:r>
              <a:rPr lang="it-IT"/>
              <a:t>Sistema di rientro doppio per garantire rientro strumentazione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A9C817-DFE7-9555-91EE-A326CE20C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it-IT"/>
              <a:t>Modularità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A03253-AD83-2133-5033-E6DDF1F519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pPr lvl="0"/>
            <a:r>
              <a:rPr lang="it-IT"/>
              <a:t>Telaio con sistemi a moduli </a:t>
            </a:r>
          </a:p>
          <a:p>
            <a:pPr lvl="0"/>
            <a:r>
              <a:rPr lang="it-IT"/>
              <a:t>Avionica PID adattiva</a:t>
            </a:r>
          </a:p>
          <a:p>
            <a:pPr lvl="0"/>
            <a:r>
              <a:rPr lang="it-IT"/>
              <a:t>Sensoristica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09B327-9EAD-8863-A108-AE0EA898A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it-IT"/>
              <a:t>efficienza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00F3B9-A9F7-A95D-EE68-76BFD8049C8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pPr lvl="0"/>
            <a:r>
              <a:rPr lang="it-IT"/>
              <a:t>Bio-inspired</a:t>
            </a:r>
          </a:p>
          <a:p>
            <a:pPr lvl="0"/>
            <a:r>
              <a:rPr lang="it-IT"/>
              <a:t>Modello riutlizzzabile </a:t>
            </a:r>
          </a:p>
          <a:p>
            <a:pPr lvl="0"/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0D1568-2727-674D-BF15-6263B7432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it-IT"/>
              <a:t>Struttura modulare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2DDB88-C390-73DB-D323-B8DC967681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8F296F-4A65-3619-75BC-F9E893170F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it-IT"/>
              <a:t>avionica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FFCBCD-1254-53EE-7EA4-101496332E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(titolo, punti chiave, eventuale testo o messaggi principali)</vt:lpstr>
      <vt:lpstr>Punti chiave</vt:lpstr>
      <vt:lpstr>Mission first</vt:lpstr>
      <vt:lpstr>Modularità</vt:lpstr>
      <vt:lpstr>efficienza</vt:lpstr>
      <vt:lpstr>Struttura modulare</vt:lpstr>
      <vt:lpstr>avionica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(titolo, punti chiave, eventuale testo o messaggi principali)</dc:title>
  <dc:creator>edoardo maestri</dc:creator>
  <cp:lastModifiedBy>edoardo maestri</cp:lastModifiedBy>
  <cp:revision>4</cp:revision>
  <dcterms:created xsi:type="dcterms:W3CDTF">2026-04-06T09:11:06Z</dcterms:created>
  <dcterms:modified xsi:type="dcterms:W3CDTF">2026-04-06T09:21:32Z</dcterms:modified>
</cp:coreProperties>
</file>