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7" r:id="rId3"/>
    <p:sldId id="268" r:id="rId4"/>
    <p:sldId id="26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60"/>
  </p:normalViewPr>
  <p:slideViewPr>
    <p:cSldViewPr snapToGrid="0">
      <p:cViewPr varScale="1">
        <p:scale>
          <a:sx n="100" d="100"/>
          <a:sy n="100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7F1923-2E27-4F74-4D7A-B19E9144B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AC61E47-A264-D6CF-27F1-73A34AD6E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72EA18-136F-88B5-7172-C7022F557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70C9230-1D62-4372-E6FB-2CB72F83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B02FCA-39F9-FAF3-0CD9-EDD8D1AF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966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50B182-F0B9-4992-0D36-02F21959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D322EA-C1B5-6F22-966D-4B17A0AAF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917B2E-8AE0-991B-570E-E04D4BE1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E8159A-1184-317D-E383-348B7871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EF31AC-0CC8-35BF-DD9C-FD313FD0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1605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C6AE80-5D2D-FC3C-4B76-66CEB9CF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40C8FB-8556-A1A9-0959-6944DB45E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302B3F-303E-C86E-B537-7CF94A07E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241328-61D4-0976-DDE5-658F7D86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1B2BAC-FA36-5D6B-3811-7480CFF6B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761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B970DF-30AC-92FD-2B66-DDB21CEB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104FA3-4971-6124-016E-0BAED5E04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DA2A333-71A3-AA12-A676-CDF9BEFF3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6E07596-A904-A2AB-383D-809ACB72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505148F-846E-5B3A-3735-846F1136C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FCD6A77-B789-B8D6-3B50-B5B3FF38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534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54E791-8F3B-90CA-7B9C-96E3623E1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3F420DE-495D-2799-7FCF-4324D11C2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F013292-5973-2FA5-C52F-E0757D952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990255D-A5FE-6DC2-CEEA-705C814CE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29681A1-6C63-F74B-CF36-F1F786434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E47E434-46E9-B180-5AC1-4E5054AB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31D336D-6ED0-2EDA-1235-8D76E8C4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952D1B1-9D82-A05D-7728-A0A84D0D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532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5D7910-2F9A-1AF9-0EC7-A6F7C12D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F9B7DB8-F718-9398-E889-3FDF9DDB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84AA57D-A6AD-9BDC-0129-191192754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3B0C1AC-4B2D-9BB9-59B3-C8771EB99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29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8E64DA8-D9CD-815D-C4A5-86FF98AD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5EFDB55-CABF-54DB-A5EE-EB3449F9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D47CE6-22E1-CCF5-28F8-7674DD8D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757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06E6C-A751-F251-A57F-A3E7228E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4BA566-25FF-1C65-37E9-55153C4F3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229478-A26F-7F8B-CA70-7E9C15D6F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B436190-C88E-DF25-DC37-2E9356F8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8187420-8E6D-5248-B787-BE4C150E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F46795-D893-CCD1-7C85-FEA59E2A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223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951023-F0F2-B4D3-E0C0-BF322C4A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C8A3DD2-91FF-1CB7-7EBB-BE6F096EF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FC04A7F-D4FB-1BEB-04A8-9BE8CB6C4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DE2CB06-4211-3DBF-4665-327FEB57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034A978-ED1E-9439-B26D-E7E3AD91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1C83740-78F2-4459-D6E7-316FA6BC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621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BBF09F-278A-6418-47B7-2B671062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D1B34C4-329D-0FAF-CA65-6C000D2B6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2A98173-5ABC-CB68-5E0E-76343CF7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4B29E3-1DB1-AF70-B985-7047EB5E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CBEF89-1AF1-251E-145B-259A9C7A1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972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B8A40BD-D17A-37AA-1B21-B515D68C7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03B379C-418B-696F-73DB-1570E0547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9F6705-F00E-8796-5688-1CBCD589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C38449-2796-E4E2-7D52-59C2D23C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F0D604-2DB6-F507-B1ED-5360C248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0054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FC176D-FC28-3A5E-A82E-CF2454D8D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F4D9E3A-8697-3940-AE3D-7F7826D3C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86D159E-0C5A-6071-DBC9-B9AD49FF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AE442B-5334-379C-85CF-36BB7821F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CEB2FD-9278-A59B-C38A-363D0A24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301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6ABCE01-6D73-9C54-4C4B-9EAE341DD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31436DF-6407-CF0B-83A4-7B8F29C1A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60C146-9D21-76BA-AECF-70C7CAC32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9EF9D-EA46-C74A-B8DC-DF992E68BA9D}" type="datetimeFigureOut">
              <a:rPr lang="it-IT" smtClean="0"/>
              <a:t>18/04/26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4FB7F5-A878-4688-957B-1ABAC9CB0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0BEC05-79AB-93E7-FF9A-9CA7A2193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FD603-FBE1-244F-B140-B2898FC8AC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14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CABB109-B234-777D-EE6A-FA3C040D8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7876" y="411568"/>
            <a:ext cx="6596245" cy="3268520"/>
          </a:xfrm>
        </p:spPr>
        <p:txBody>
          <a:bodyPr>
            <a:normAutofit/>
          </a:bodyPr>
          <a:lstStyle/>
          <a:p>
            <a:r>
              <a:rPr lang="it-IT" sz="4800" dirty="0">
                <a:solidFill>
                  <a:srgbClr val="FFFFFF"/>
                </a:solidFill>
              </a:rPr>
              <a:t>Dominio Operations: DOPE Hubs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BC8188E-E185-3A51-3F74-655AA6D9D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8832" y="4134725"/>
            <a:ext cx="6051236" cy="1241828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FFFFFF"/>
                </a:solidFill>
              </a:rPr>
              <a:t>Infrastruttura strategica per la ricerca e il talento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2EFBDF5-6926-7885-8683-AECA4571ADA2}"/>
              </a:ext>
            </a:extLst>
          </p:cNvPr>
          <p:cNvSpPr txBox="1"/>
          <p:nvPr/>
        </p:nvSpPr>
        <p:spPr>
          <a:xfrm>
            <a:off x="8122025" y="6273067"/>
            <a:ext cx="3775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Federico Fadelli: Head of </a:t>
            </a:r>
            <a:r>
              <a:rPr lang="it-IT" dirty="0" err="1">
                <a:solidFill>
                  <a:schemeClr val="bg1"/>
                </a:solidFill>
              </a:rPr>
              <a:t>operations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16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88CD7F-6C6A-042C-41D1-8F4ADF909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643" y="395106"/>
            <a:ext cx="8805472" cy="1325563"/>
          </a:xfrm>
        </p:spPr>
        <p:txBody>
          <a:bodyPr/>
          <a:lstStyle/>
          <a:p>
            <a:r>
              <a:rPr lang="it-IT" dirty="0"/>
              <a:t>I quattro pilastri delle </a:t>
            </a:r>
            <a:r>
              <a:rPr lang="it-IT" dirty="0" err="1"/>
              <a:t>operations</a:t>
            </a:r>
            <a:endParaRPr lang="it-IT" dirty="0"/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9CC0F919-A0D3-A3E2-101D-917D01F39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326" t="30512" r="17147" b="20324"/>
          <a:stretch>
            <a:fillRect/>
          </a:stretch>
        </p:blipFill>
        <p:spPr>
          <a:xfrm>
            <a:off x="2333468" y="2110412"/>
            <a:ext cx="7080355" cy="389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20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8CC5DE1-93FF-9487-EF0A-426E0038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1156327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Perché collaborare con Dope Hubs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EDF4A9-C780-4676-6B62-234BF62E5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it-IT" sz="2000" b="1" dirty="0"/>
              <a:t>Accesso al Talento</a:t>
            </a:r>
          </a:p>
          <a:p>
            <a:pPr marL="0" indent="0">
              <a:buNone/>
            </a:pPr>
            <a:r>
              <a:rPr lang="it-IT" sz="2000" dirty="0"/>
              <a:t>Siate i primi a entrare in contatto con la prossima generazione di scienziati e ingegneri che hanno già lavorato su progetti reali ad alta complessità.</a:t>
            </a:r>
          </a:p>
          <a:p>
            <a:r>
              <a:rPr lang="it-IT" sz="2000" b="1" dirty="0"/>
              <a:t>Ricerca Agile</a:t>
            </a:r>
          </a:p>
          <a:p>
            <a:pPr marL="0" indent="0">
              <a:buNone/>
            </a:pPr>
            <a:r>
              <a:rPr lang="it-IT" sz="2000" dirty="0"/>
              <a:t>Accesso immediato a team di ricerca esperti tramite i nostri hub, eliminando la necessità di costruire un reparto R&amp;D interno da zero.</a:t>
            </a:r>
          </a:p>
          <a:p>
            <a:r>
              <a:rPr lang="it-IT" sz="2000" b="1" dirty="0"/>
              <a:t>Posizionamento</a:t>
            </a:r>
          </a:p>
          <a:p>
            <a:pPr marL="0" indent="0">
              <a:buNone/>
            </a:pPr>
            <a:r>
              <a:rPr lang="it-IT" sz="2000" dirty="0"/>
              <a:t>Il vostro brand diventa parte di un ecosistema territoriale d'eccellenza che compete sui palcoscenici internazionali e guida l'innovazione indipendente.</a:t>
            </a:r>
          </a:p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94510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39E27-3F32-69E8-02D6-0619DFE1D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it-IT" sz="3200" dirty="0"/>
              <a:t>Replicare il modello in Italia e in Europa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6FAB1-02CC-DC55-5947-34ADDF874D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4" r="54786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7FAACE-E6D3-3894-1A21-B631A6EC6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it-IT" sz="2000" b="1" cap="all" dirty="0"/>
              <a:t>Progetto</a:t>
            </a:r>
            <a:br>
              <a:rPr lang="it-IT" sz="2000" b="1" cap="all" dirty="0"/>
            </a:br>
            <a:r>
              <a:rPr lang="it-IT" sz="2000" b="1" cap="all" dirty="0"/>
              <a:t>Costellazione</a:t>
            </a:r>
          </a:p>
          <a:p>
            <a:r>
              <a:rPr lang="it-IT" sz="2000" dirty="0"/>
              <a:t>Il futuro dell'industria italiana </a:t>
            </a:r>
            <a:r>
              <a:rPr lang="it-IT" sz="2000" b="1" dirty="0"/>
              <a:t>si costruisce con le persone.</a:t>
            </a:r>
            <a:endParaRPr lang="it-IT" sz="2000" dirty="0"/>
          </a:p>
          <a:p>
            <a:r>
              <a:rPr lang="it-IT" sz="2000" dirty="0"/>
              <a:t>Abbiamo i Ricercatori</a:t>
            </a:r>
          </a:p>
          <a:p>
            <a:r>
              <a:rPr lang="it-IT" sz="2000" dirty="0"/>
              <a:t>Abbiamo la Tecnologia</a:t>
            </a:r>
          </a:p>
          <a:p>
            <a:r>
              <a:rPr lang="it-IT" sz="2000" dirty="0"/>
              <a:t>Abbiamo la Struttura Operativa</a:t>
            </a:r>
          </a:p>
          <a:p>
            <a:pPr marL="0" indent="0">
              <a:buNone/>
            </a:pPr>
            <a:br>
              <a:rPr lang="it-IT" sz="2000" dirty="0"/>
            </a:b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1703168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139</Words>
  <Application>Microsoft Macintosh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di Office</vt:lpstr>
      <vt:lpstr>Dominio Operations: DOPE Hubs</vt:lpstr>
      <vt:lpstr>I quattro pilastri delle operations</vt:lpstr>
      <vt:lpstr>Perché collaborare con Dope Hubs</vt:lpstr>
      <vt:lpstr>Replicare il modello in Italia e in Europa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Federico Fadelli</dc:creator>
  <cp:lastModifiedBy>Federico Fadelli</cp:lastModifiedBy>
  <cp:revision>3</cp:revision>
  <dcterms:created xsi:type="dcterms:W3CDTF">2026-04-05T17:34:55Z</dcterms:created>
  <dcterms:modified xsi:type="dcterms:W3CDTF">2026-04-18T11:23:52Z</dcterms:modified>
</cp:coreProperties>
</file>